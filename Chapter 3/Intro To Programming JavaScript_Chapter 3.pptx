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Nunito" panose="020B0604020202020204" charset="0"/>
      <p:regular r:id="rId11"/>
      <p:bold r:id="rId12"/>
      <p:italic r:id="rId13"/>
      <p:boldItalic r:id="rId14"/>
    </p:embeddedFont>
    <p:embeddedFont>
      <p:font typeface="Playfair Display" panose="020B0604020202020204" charset="0"/>
      <p:regular r:id="rId15"/>
      <p:bold r:id="rId16"/>
      <p:italic r:id="rId17"/>
      <p:boldItalic r:id="rId18"/>
    </p:embeddedFont>
    <p:embeddedFont>
      <p:font typeface="Roboto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64D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03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7" y="89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9a0f33e71_0_19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349a0f33e71_0_19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9a0f33e71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49a0f33e71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9a0f33e71_0_19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49a0f33e71_0_19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" sz="6000" b="1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 To Programming JavaScript</a:t>
            </a:r>
            <a:endParaRPr sz="6000" b="1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149225" y="1358500"/>
            <a:ext cx="8174700" cy="22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b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Brief Summary Of Chapter 3</a:t>
            </a:r>
            <a:endParaRPr b="1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Nunito"/>
              <a:buChar char="●"/>
            </a:pPr>
            <a:r>
              <a:rPr lang="en" sz="25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What is an Array</a:t>
            </a:r>
            <a:endParaRPr sz="25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Nunito"/>
              <a:buChar char="●"/>
            </a:pPr>
            <a:r>
              <a:rPr lang="en" sz="25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Using Math.random and Math.floor</a:t>
            </a:r>
            <a:endParaRPr sz="25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Nunito"/>
              <a:buChar char="●"/>
            </a:pPr>
            <a:r>
              <a:rPr lang="en" sz="25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Creating a Random Insult Generator</a:t>
            </a:r>
            <a:endParaRPr sz="25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0" y="0"/>
            <a:ext cx="9109200" cy="1060200"/>
          </a:xfrm>
          <a:prstGeom prst="rect">
            <a:avLst/>
          </a:prstGeom>
          <a:gradFill>
            <a:gsLst>
              <a:gs pos="0">
                <a:srgbClr val="F69FBC"/>
              </a:gs>
              <a:gs pos="100000">
                <a:srgbClr val="E32E6B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Chapter 3:</a:t>
            </a:r>
            <a:br>
              <a:rPr lang="en" sz="30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30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Arrays</a:t>
            </a:r>
            <a:endParaRPr sz="3000" b="1" u="sng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0" y="688500"/>
            <a:ext cx="9144000" cy="31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900" b="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An array is a data structure that holds a collection of elements, typically of the same type, in a specific order. Each element in an array can be accessed by its index, which is a numeric value representing its position in the array.</a:t>
            </a:r>
            <a:endParaRPr sz="1900" b="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900" b="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900" b="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Arrays are useful because they allow you to store multiple values in a single variable. Easily access and manipulate elements based on their position and perform operations on groups of data efficiently.</a:t>
            </a:r>
            <a:endParaRPr sz="1900" b="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1900" b="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900" b="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create an array in JavaScript using square brackets []</a:t>
            </a:r>
            <a:endParaRPr sz="1900" b="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900" b="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E.g.  </a:t>
            </a:r>
            <a:r>
              <a:rPr lang="en" sz="1900" b="1" dirty="0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var fruits = ['apple', 'banana</a:t>
            </a:r>
            <a:r>
              <a:rPr lang="en" sz="1900" b="1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', 'cherry'];  </a:t>
            </a:r>
            <a:endParaRPr sz="1900" b="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0" y="0"/>
            <a:ext cx="9144000" cy="688500"/>
          </a:xfrm>
          <a:prstGeom prst="rect">
            <a:avLst/>
          </a:prstGeom>
          <a:gradFill>
            <a:gsLst>
              <a:gs pos="0">
                <a:srgbClr val="A8B8DF"/>
              </a:gs>
              <a:gs pos="100000">
                <a:srgbClr val="516DB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What is an Array?</a:t>
            </a:r>
            <a:endParaRPr sz="3000" b="1" u="sng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 idx="4294967295"/>
          </p:nvPr>
        </p:nvSpPr>
        <p:spPr>
          <a:xfrm>
            <a:off x="0" y="21545"/>
            <a:ext cx="9144000" cy="5121955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lang="en" sz="2200" b="1" u="sng" dirty="0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Essential Array Operations Indexing, Modifying, and Managing Data</a:t>
            </a:r>
            <a:endParaRPr sz="1210" b="1" u="sng" dirty="0">
              <a:solidFill>
                <a:srgbClr val="A64D7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627348-77CE-40A7-B22B-6DA7B3246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7" y="629434"/>
            <a:ext cx="4390510" cy="410227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4F42A8-4DF0-41B7-8692-D05FDBBAF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688" y="626302"/>
            <a:ext cx="4691136" cy="4102274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/>
        </p:nvSpPr>
        <p:spPr>
          <a:xfrm>
            <a:off x="0" y="0"/>
            <a:ext cx="9144000" cy="688500"/>
          </a:xfrm>
          <a:prstGeom prst="rect">
            <a:avLst/>
          </a:prstGeom>
          <a:gradFill>
            <a:gsLst>
              <a:gs pos="0">
                <a:srgbClr val="A8B8DF"/>
              </a:gs>
              <a:gs pos="100000">
                <a:srgbClr val="516DB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Using Math.random and Math.floor</a:t>
            </a:r>
            <a:endParaRPr sz="3000" b="1" u="sng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0" y="688500"/>
            <a:ext cx="9109200" cy="41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●"/>
            </a:pPr>
            <a:r>
              <a:rPr lang="en" sz="1700" b="1" dirty="0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Math.random()</a:t>
            </a:r>
            <a:r>
              <a:rPr lang="en" sz="1700" b="1" dirty="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700" b="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generates a random number between 0 and 1. This number can be used for various purposes, like randomizing selections or creating random values.</a:t>
            </a:r>
            <a:endParaRPr sz="1700" b="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 b="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●"/>
            </a:pPr>
            <a:r>
              <a:rPr lang="en" sz="1700" b="1" dirty="0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Math.floor()</a:t>
            </a:r>
            <a:r>
              <a:rPr lang="en" sz="1700" b="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takes a number and rounds it down to the nearest whole number. This is useful when you want to ensure that a value is an integer and does not exceed a certain threshold. JavaScript uses Math.floor() to convert a floating-point number from Math.random() into an integer, ensuring a valid array index.</a:t>
            </a:r>
            <a:endParaRPr sz="1700" b="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Example: </a:t>
            </a:r>
            <a:r>
              <a:rPr lang="en-ZA" sz="2000" b="1" u="sng" dirty="0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B-85 &amp; L-58</a:t>
            </a:r>
            <a:endParaRPr sz="2000" b="1" u="sng" dirty="0">
              <a:solidFill>
                <a:srgbClr val="A64D7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unito"/>
              <a:buChar char="●"/>
            </a:pPr>
            <a:r>
              <a:rPr lang="en" sz="1500" b="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code is selecting a random word from the </a:t>
            </a:r>
            <a:r>
              <a:rPr lang="en" sz="1500" b="1" dirty="0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randomWords </a:t>
            </a:r>
            <a:r>
              <a:rPr lang="en" sz="1500" b="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array by generating a random index between 0 and 3 (inclusive).</a:t>
            </a:r>
            <a:endParaRPr sz="1500" b="1" dirty="0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1900" b="1" dirty="0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50" y="3531503"/>
            <a:ext cx="6000450" cy="10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0" y="0"/>
            <a:ext cx="9144000" cy="688500"/>
          </a:xfrm>
          <a:prstGeom prst="rect">
            <a:avLst/>
          </a:prstGeom>
          <a:gradFill>
            <a:gsLst>
              <a:gs pos="0">
                <a:srgbClr val="A8B8DF"/>
              </a:gs>
              <a:gs pos="100000">
                <a:srgbClr val="516DB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Creating a Random Insult Generator</a:t>
            </a:r>
            <a:endParaRPr sz="3000" b="1" u="sng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0" y="688500"/>
            <a:ext cx="9144000" cy="4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(B-p86 &amp; L-p 59)</a:t>
            </a:r>
            <a:endParaRPr sz="2000" b="1" u="sng">
              <a:solidFill>
                <a:srgbClr val="A64D7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8" name="Google Shape;118;p18" title="Screenshot 2025-04-08 1709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26" y="1177900"/>
            <a:ext cx="8989574" cy="37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/>
        </p:nvSpPr>
        <p:spPr>
          <a:xfrm>
            <a:off x="0" y="0"/>
            <a:ext cx="9144000" cy="688500"/>
          </a:xfrm>
          <a:prstGeom prst="rect">
            <a:avLst/>
          </a:prstGeom>
          <a:gradFill>
            <a:gsLst>
              <a:gs pos="0">
                <a:srgbClr val="A8B8DF"/>
              </a:gs>
              <a:gs pos="100000">
                <a:srgbClr val="516DB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Practice Exercises</a:t>
            </a:r>
            <a:endParaRPr sz="3000" b="1" u="sng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0" y="688500"/>
            <a:ext cx="9144000" cy="4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 all the try outs and programming challenges then upload to github.</a:t>
            </a:r>
            <a:endParaRPr sz="1900" b="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unito"/>
              <a:buChar char="●"/>
            </a:pPr>
            <a:r>
              <a:rPr lang="en" sz="1900" b="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Page (B-87 &amp; L-60)</a:t>
            </a:r>
            <a:endParaRPr sz="1900" b="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unito"/>
              <a:buChar char="●"/>
            </a:pPr>
            <a:r>
              <a:rPr lang="en" sz="1900" b="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Page (B-88 &amp; L-61)</a:t>
            </a:r>
            <a:endParaRPr sz="1400" b="1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4546" y="1300413"/>
            <a:ext cx="3115200" cy="29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290450" y="989650"/>
            <a:ext cx="58185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" sz="6000" b="1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End Of Chapter 3</a:t>
            </a:r>
            <a:endParaRPr sz="6000" b="1" dirty="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D20DCD-5C4D-44E2-8D85-46470026E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950" y="1"/>
            <a:ext cx="3035050" cy="20417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326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Playfair Display</vt:lpstr>
      <vt:lpstr>Nunito</vt:lpstr>
      <vt:lpstr>Arial</vt:lpstr>
      <vt:lpstr>Roboto</vt:lpstr>
      <vt:lpstr>Geometric</vt:lpstr>
      <vt:lpstr>Intro To Programming JavaScript</vt:lpstr>
      <vt:lpstr>Brief Summary Of Chapter 3 What is an Array Using Math.random and Math.floor Creating a Random Insult Generator</vt:lpstr>
      <vt:lpstr>An array is a data structure that holds a collection of elements, typically of the same type, in a specific order. Each element in an array can be accessed by its index, which is a numeric value representing its position in the array.  Arrays are useful because they allow you to store multiple values in a single variable. Easily access and manipulate elements based on their position and perform operations on groups of data efficiently.  You can create an array in JavaScript using square brackets [] E.g.  var fruits = ['apple', 'banana', 'cherry'];  </vt:lpstr>
      <vt:lpstr>Essential Array Operations Indexing, Modifying, and Managing Data</vt:lpstr>
      <vt:lpstr>Math.random() generates a random number between 0 and 1. This number can be used for various purposes, like randomizing selections or creating random values.  Math.floor() takes a number and rounds it down to the nearest whole number. This is useful when you want to ensure that a value is an integer and does not exceed a certain threshold. JavaScript uses Math.floor() to convert a floating-point number from Math.random() into an integer, ensuring a valid array index.  Example: B-85 &amp; L-58 This code is selecting a random word from the randomWords array by generating a random index between 0 and 3 (inclusive).  </vt:lpstr>
      <vt:lpstr>(B-p86 &amp; L-p 59)   </vt:lpstr>
      <vt:lpstr>Do all the try outs and programming challenges then upload to github. Page (B-87 &amp; L-60) Page (B-88 &amp; L-61)</vt:lpstr>
      <vt:lpstr>End Of Chapter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Programming JavaScript</dc:title>
  <cp:lastModifiedBy>ST MARY'S P/S</cp:lastModifiedBy>
  <cp:revision>13</cp:revision>
  <dcterms:modified xsi:type="dcterms:W3CDTF">2025-10-07T17:48:29Z</dcterms:modified>
</cp:coreProperties>
</file>